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803" autoAdjust="0"/>
  </p:normalViewPr>
  <p:slideViewPr>
    <p:cSldViewPr>
      <p:cViewPr varScale="1">
        <p:scale>
          <a:sx n="69" d="100"/>
          <a:sy n="69" d="100"/>
        </p:scale>
        <p:origin x="-141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áromszög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Cím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9" name="Alcím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u-HU" smtClean="0"/>
              <a:t>Alcím mintájának szerkesztése</a:t>
            </a:r>
            <a:endParaRPr kumimoji="0" lang="en-US"/>
          </a:p>
        </p:txBody>
      </p:sp>
      <p:sp>
        <p:nvSpPr>
          <p:cNvPr id="28" name="Dátum helye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17" name="Élőláb helye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hu-HU" dirty="0"/>
          </a:p>
        </p:txBody>
      </p:sp>
      <p:sp>
        <p:nvSpPr>
          <p:cNvPr id="29" name="Dia számának helye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erékszögű háromszög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Háromszög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  <p:cxnSp>
        <p:nvCxnSpPr>
          <p:cNvPr id="11" name="Egyenes összekötő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Összehasonlítás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5" name="Tartalom helye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hu-HU" smtClean="0"/>
              <a:t>Kép beszúrásához kattintson az ikonra</a:t>
            </a:r>
            <a:endParaRPr kumimoji="0"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erékszögű háromszög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Egyenes összekötő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ím helye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13" name="Szöveg helye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hu-HU" smtClean="0"/>
              <a:t>Mintaszöveg szerkesztése</a:t>
            </a:r>
          </a:p>
          <a:p>
            <a:pPr lvl="1" eaLnBrk="1" latinLnBrk="0" hangingPunct="1"/>
            <a:r>
              <a:rPr kumimoji="0" lang="hu-HU" smtClean="0"/>
              <a:t>Második szint</a:t>
            </a:r>
          </a:p>
          <a:p>
            <a:pPr lvl="2" eaLnBrk="1" latinLnBrk="0" hangingPunct="1"/>
            <a:r>
              <a:rPr kumimoji="0" lang="hu-HU" smtClean="0"/>
              <a:t>Harmadik szint</a:t>
            </a:r>
          </a:p>
          <a:p>
            <a:pPr lvl="3" eaLnBrk="1" latinLnBrk="0" hangingPunct="1"/>
            <a:r>
              <a:rPr kumimoji="0" lang="hu-HU" smtClean="0"/>
              <a:t>Negyedik szint</a:t>
            </a:r>
          </a:p>
          <a:p>
            <a:pPr lvl="4" eaLnBrk="1" latinLnBrk="0" hangingPunct="1"/>
            <a:r>
              <a:rPr kumimoji="0" lang="hu-HU" smtClean="0"/>
              <a:t>Ötödik szint</a:t>
            </a:r>
            <a:endParaRPr kumimoji="0" lang="en-US"/>
          </a:p>
        </p:txBody>
      </p:sp>
      <p:sp>
        <p:nvSpPr>
          <p:cNvPr id="14" name="Dátum helye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A2089F0A-4842-4906-B82B-B34DDB04D8A0}" type="datetimeFigureOut">
              <a:rPr lang="hu-HU" smtClean="0"/>
              <a:t>2026. 01. 20.</a:t>
            </a:fld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23" name="Dia számának helye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6E77A5C4-3C56-41E0-82B6-636E69BCA98C}" type="slidenum">
              <a:rPr lang="hu-HU" smtClean="0"/>
              <a:t>‹#›</a:t>
            </a:fld>
            <a:endParaRPr lang="hu-HU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damon94/Hasznalt_auto_keresked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30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Used Car Trading Platform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467544" y="3886200"/>
            <a:ext cx="8136904" cy="175260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 smtClean="0"/>
              <a:t>Project: Used Car Trading Platform</a:t>
            </a:r>
          </a:p>
          <a:p>
            <a:pPr lvl="0"/>
            <a:r>
              <a:rPr lang="en-US" dirty="0" smtClean="0"/>
              <a:t>Repository: </a:t>
            </a:r>
            <a:r>
              <a:rPr lang="en-US" dirty="0" smtClean="0">
                <a:hlinkClick r:id="rId2"/>
              </a:rPr>
              <a:t>https://github.com/adamon94/Hasznalt_auto_kereskedes</a:t>
            </a:r>
            <a:endParaRPr lang="en-US" dirty="0" smtClean="0"/>
          </a:p>
          <a:p>
            <a:pPr lvl="0"/>
            <a:r>
              <a:rPr lang="en-US" dirty="0" smtClean="0"/>
              <a:t>Short description: Simple online marketplace for buying and selling used cars</a:t>
            </a:r>
          </a:p>
          <a:p>
            <a:endParaRPr lang="en-US" dirty="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Members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Veres Anikó</a:t>
            </a:r>
          </a:p>
          <a:p>
            <a:r>
              <a:rPr lang="en-US" dirty="0" smtClean="0"/>
              <a:t>Gál Bálint</a:t>
            </a:r>
          </a:p>
          <a:p>
            <a:r>
              <a:rPr lang="en-US" dirty="0" smtClean="0"/>
              <a:t>Szűcs Ádám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Build an </a:t>
            </a:r>
            <a:r>
              <a:rPr lang="en-US" noProof="0" dirty="0" smtClean="0"/>
              <a:t>easy-to-use</a:t>
            </a:r>
            <a:r>
              <a:rPr lang="en-US" dirty="0" smtClean="0"/>
              <a:t> online marketplace for used cars</a:t>
            </a:r>
          </a:p>
          <a:p>
            <a:pPr lvl="0"/>
            <a:r>
              <a:rPr lang="en-US" dirty="0" smtClean="0"/>
              <a:t>Help buyers find reliable offers</a:t>
            </a:r>
          </a:p>
          <a:p>
            <a:pPr lvl="0"/>
            <a:r>
              <a:rPr lang="en-US" dirty="0" smtClean="0"/>
              <a:t>Help sellers post and manage listings quickly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&amp; Scope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Main focus: used car listings and buyer-seller communication</a:t>
            </a:r>
          </a:p>
          <a:p>
            <a:pPr lvl="0"/>
            <a:r>
              <a:rPr lang="en-US" dirty="0" smtClean="0"/>
              <a:t>Search, filters and listing management</a:t>
            </a:r>
          </a:p>
          <a:p>
            <a:pPr lvl="0"/>
            <a:r>
              <a:rPr lang="en-US" dirty="0" smtClean="0"/>
              <a:t>Basic user accounts, seller forms, admin moderation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Key Features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Create, edit and delete car listings (photos, price, details)</a:t>
            </a:r>
          </a:p>
          <a:p>
            <a:pPr lvl="0"/>
            <a:r>
              <a:rPr lang="en-US" dirty="0" smtClean="0"/>
              <a:t>Search and filter by make, model, year, price</a:t>
            </a:r>
          </a:p>
          <a:p>
            <a:pPr lvl="0"/>
            <a:r>
              <a:rPr lang="en-US" dirty="0" smtClean="0"/>
              <a:t>Contact seller via message or phone</a:t>
            </a:r>
          </a:p>
          <a:p>
            <a:pPr lvl="0"/>
            <a:r>
              <a:rPr lang="en-US" dirty="0" smtClean="0"/>
              <a:t>Admin panel for moderating listings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Technical Stack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Frontend: Vue 3 + Vite (HTML/CSS/JS)</a:t>
            </a:r>
          </a:p>
          <a:p>
            <a:pPr lvl="0"/>
            <a:r>
              <a:rPr lang="en-US" dirty="0" smtClean="0"/>
              <a:t>Backend: Node.js + Express, Prisma ORM</a:t>
            </a:r>
          </a:p>
          <a:p>
            <a:pPr lvl="0"/>
            <a:r>
              <a:rPr lang="en-US" dirty="0" smtClean="0"/>
              <a:t>Database: MySQL / MariaDB (SQL dump in Docs folder)</a:t>
            </a:r>
          </a:p>
          <a:p>
            <a:pPr lvl="0"/>
            <a:r>
              <a:rPr lang="en-US" dirty="0" smtClean="0"/>
              <a:t>Files/images: local images/ folder (multer for uploads)</a:t>
            </a:r>
          </a:p>
          <a:p>
            <a:pPr lvl="0"/>
            <a:r>
              <a:rPr lang="en-US" dirty="0" smtClean="0"/>
              <a:t>Dev example: backend may run at </a:t>
            </a:r>
            <a:r>
              <a:rPr lang="en-US" dirty="0" smtClean="0">
                <a:hlinkClick r:id="rId2"/>
              </a:rPr>
              <a:t>http://localhost:3300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Steps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Design UI and data model</a:t>
            </a:r>
          </a:p>
          <a:p>
            <a:pPr lvl="0"/>
            <a:r>
              <a:rPr lang="en-US" dirty="0" smtClean="0"/>
              <a:t>Build backend API and database (Prisma migrations / SQL import)</a:t>
            </a:r>
          </a:p>
          <a:p>
            <a:pPr lvl="0"/>
            <a:r>
              <a:rPr lang="en-US" dirty="0" smtClean="0"/>
              <a:t>Implement frontend pages and forms, integrate with API</a:t>
            </a:r>
          </a:p>
          <a:p>
            <a:pPr lvl="0"/>
            <a:r>
              <a:rPr lang="en-US" dirty="0" smtClean="0"/>
              <a:t>Add image upload and moderation logic</a:t>
            </a:r>
          </a:p>
          <a:p>
            <a:pPr lvl="0"/>
            <a:r>
              <a:rPr lang="en-US" dirty="0" smtClean="0"/>
              <a:t>Test, fix bugs, prepare for production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System Architecture — Frontend &amp; Backend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Frontend (Vue 3 + Vite): client UI, routing, forms and uploads</a:t>
            </a:r>
          </a:p>
          <a:p>
            <a:pPr lvl="0"/>
            <a:r>
              <a:rPr lang="en-US" dirty="0" smtClean="0"/>
              <a:t>Backend (Node.js + Express): REST API endpoints, business logic, auth</a:t>
            </a:r>
          </a:p>
          <a:p>
            <a:pPr lvl="0"/>
            <a:r>
              <a:rPr lang="en-US" dirty="0" smtClean="0"/>
              <a:t>Communication: frontend fetch/axios calls to backend (login, car lists, create listing)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Architecture — Database &amp; File Storage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Database: MySQL/MariaDB — tables per Docs/hasznaltautokereskedes.sql (autok, images, kedvencek etc.)</a:t>
            </a:r>
          </a:p>
          <a:p>
            <a:pPr lvl="0"/>
            <a:r>
              <a:rPr lang="en-US" dirty="0" smtClean="0"/>
              <a:t>File storage: images stored locally in images/ folder; uploads via multer (endpoint /addImages/:carId)</a:t>
            </a:r>
          </a:p>
          <a:p>
            <a:pPr lvl="0"/>
            <a:r>
              <a:rPr lang="en-US" dirty="0" smtClean="0"/>
              <a:t>Sample data: see Docs/rekordok.sql for seed examples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ndület">
  <a:themeElements>
    <a:clrScheme name="Lendület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Lendület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Lendület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16</TotalTime>
  <Words>298</Words>
  <Application>Microsoft Office PowerPoint</Application>
  <PresentationFormat>Diavetítés a képernyőre (4:3 oldalarány)</PresentationFormat>
  <Paragraphs>41</Paragraphs>
  <Slides>9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0" baseType="lpstr">
      <vt:lpstr>Lendület</vt:lpstr>
      <vt:lpstr>Used Car Trading Platform</vt:lpstr>
      <vt:lpstr>Team Members</vt:lpstr>
      <vt:lpstr>Idea</vt:lpstr>
      <vt:lpstr>Topic &amp; Scope</vt:lpstr>
      <vt:lpstr>Key Features </vt:lpstr>
      <vt:lpstr>Technical Stack </vt:lpstr>
      <vt:lpstr>Implementation Steps</vt:lpstr>
      <vt:lpstr>System Architecture — Frontend &amp; Backend</vt:lpstr>
      <vt:lpstr>Architecture — Database &amp; File Storage</vt:lpstr>
    </vt:vector>
  </TitlesOfParts>
  <Company>NFSZ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Trading Platform</dc:title>
  <dc:creator>Windows-felhasználó</dc:creator>
  <cp:lastModifiedBy>Windows-felhasználó</cp:lastModifiedBy>
  <cp:revision>4</cp:revision>
  <dcterms:created xsi:type="dcterms:W3CDTF">2026-01-20T22:15:15Z</dcterms:created>
  <dcterms:modified xsi:type="dcterms:W3CDTF">2026-01-20T22:31:34Z</dcterms:modified>
</cp:coreProperties>
</file>